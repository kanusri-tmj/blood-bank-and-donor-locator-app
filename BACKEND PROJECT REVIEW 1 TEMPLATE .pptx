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97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25-08-2026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25-08-2026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25-08-2026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25-08-2026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25-08-2026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25-08-2026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82" y="300399"/>
            <a:ext cx="10392383" cy="7768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r>
              <a:rPr lang="en-IN" sz="4000" b="1" dirty="0">
                <a:solidFill>
                  <a:schemeClr val="accent5">
                    <a:lumMod val="75000"/>
                  </a:schemeClr>
                </a:solidFill>
              </a:rPr>
              <a:t>Blood Bank and Donor Locator App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Subbarayudu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9856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46175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 ANUSRI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 SIMRAN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2520030166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 RUKESH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2520030519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NUMBER:20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061058"/>
              </p:ext>
            </p:extLst>
          </p:nvPr>
        </p:nvGraphicFramePr>
        <p:xfrm>
          <a:off x="2094270" y="1416194"/>
          <a:ext cx="8888362" cy="1943103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444181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4444181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981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498110">
                <a:tc>
                  <a:txBody>
                    <a:bodyPr/>
                    <a:lstStyle/>
                    <a:p>
                      <a:r>
                        <a:rPr lang="en-US" dirty="0"/>
                        <a:t>K ANUSRI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Maps, Notifications &amp; Admin Module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448773">
                <a:tc>
                  <a:txBody>
                    <a:bodyPr/>
                    <a:lstStyle/>
                    <a:p>
                      <a:r>
                        <a:rPr lang="en-US" dirty="0"/>
                        <a:t>J SIMRAN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Frontend / Android Developer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498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 RUKESH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 &amp; Database Developer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165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Android-based application connecting blood donors and recipients.</a:t>
            </a:r>
          </a:p>
          <a:p>
            <a:r>
              <a:rPr lang="en-IN" dirty="0"/>
              <a:t>Enables donors to register their blood group, location, and availability.</a:t>
            </a:r>
          </a:p>
          <a:p>
            <a:r>
              <a:rPr lang="en-IN" dirty="0"/>
              <a:t>Recipients can create blood requests and search for compatible nearby donors.</a:t>
            </a:r>
          </a:p>
          <a:p>
            <a:r>
              <a:rPr lang="en-IN" dirty="0"/>
              <a:t>Uses Google Maps SDK for location-based donor search.</a:t>
            </a:r>
          </a:p>
          <a:p>
            <a:r>
              <a:rPr lang="en-IN" dirty="0"/>
              <a:t>Uses MySQL database for storing donor, recipient, blood request, and donation history information.</a:t>
            </a:r>
          </a:p>
          <a:p>
            <a:r>
              <a:rPr lang="en-IN" dirty="0"/>
              <a:t>Uses Node.js and Express to provide REST APIs for communication between the Android application and database.</a:t>
            </a:r>
          </a:p>
          <a:p>
            <a:r>
              <a:rPr lang="en-IN" dirty="0"/>
              <a:t>Uses Firebase Cloud Messaging (FCM) for instant notifications.</a:t>
            </a:r>
          </a:p>
          <a:p>
            <a:r>
              <a:rPr lang="en-IN" dirty="0"/>
              <a:t>Maintains donation history and provides an admin panel.</a:t>
            </a:r>
          </a:p>
          <a:p>
            <a:r>
              <a:rPr lang="en-IN" dirty="0"/>
              <a:t>Main goal: reduce the time required to find suitable blood donors.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Finding suitable blood donors during emergencies can be difficult.</a:t>
            </a:r>
          </a:p>
          <a:p>
            <a:r>
              <a:rPr lang="en-IN" dirty="0"/>
              <a:t>Traditional methods depend on phone calls, social media, or personal contacts.</a:t>
            </a:r>
          </a:p>
          <a:p>
            <a:r>
              <a:rPr lang="en-IN" dirty="0"/>
              <a:t>These methods may not provide real-time information about donor availability.</a:t>
            </a:r>
          </a:p>
          <a:p>
            <a:r>
              <a:rPr lang="en-IN" dirty="0"/>
              <a:t>The proposed app provides a centralized platform for donors and recipients.</a:t>
            </a:r>
          </a:p>
          <a:p>
            <a:r>
              <a:rPr lang="en-IN" dirty="0"/>
              <a:t>Users can search for compatible donors based on blood group and location.</a:t>
            </a:r>
          </a:p>
          <a:p>
            <a:r>
              <a:rPr lang="en-IN" dirty="0"/>
              <a:t>Notifications help donors respond quickly to urgent blood requests.</a:t>
            </a: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0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536462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dirty="0"/>
              <a:t>Blood donor information is often maintained through:</a:t>
            </a:r>
          </a:p>
          <a:p>
            <a:r>
              <a:rPr lang="en-IN" sz="9600" dirty="0"/>
              <a:t>Hospitals</a:t>
            </a:r>
          </a:p>
          <a:p>
            <a:r>
              <a:rPr lang="en-IN" sz="9600" dirty="0"/>
              <a:t>Blood bank</a:t>
            </a:r>
          </a:p>
          <a:p>
            <a:r>
              <a:rPr lang="en-IN" sz="9600" dirty="0"/>
              <a:t>Phone calls</a:t>
            </a:r>
          </a:p>
          <a:p>
            <a:r>
              <a:rPr lang="en-IN" sz="9600" dirty="0"/>
              <a:t>Social media groups</a:t>
            </a:r>
          </a:p>
          <a:p>
            <a:r>
              <a:rPr lang="en-IN" sz="9600" dirty="0"/>
              <a:t>Personal contacts</a:t>
            </a:r>
          </a:p>
          <a:p>
            <a:r>
              <a:rPr lang="en-IN" sz="9600" dirty="0"/>
              <a:t>Donor availability may not be updated regularly.</a:t>
            </a:r>
          </a:p>
          <a:p>
            <a:r>
              <a:rPr lang="en-IN" sz="9600" dirty="0"/>
              <a:t>Finding nearby compatible donors can take considerable time.</a:t>
            </a:r>
          </a:p>
          <a:p>
            <a:r>
              <a:rPr lang="en-IN" sz="9600" dirty="0"/>
              <a:t>Communication between recipients and donors is not centralized.</a:t>
            </a:r>
          </a:p>
          <a:p>
            <a:pPr lvl="0"/>
            <a:r>
              <a:rPr lang="en-IN" sz="9600" dirty="0"/>
              <a:t>Location-based donor searching is limited.</a:t>
            </a:r>
          </a:p>
          <a:p>
            <a:pPr lvl="0"/>
            <a:r>
              <a:rPr lang="en-IN" sz="9600" dirty="0"/>
              <a:t>AANJANA RAKT MITRA </a:t>
            </a:r>
          </a:p>
          <a:p>
            <a:pPr lvl="0"/>
            <a:r>
              <a:rPr lang="en-IN" sz="9600" dirty="0"/>
              <a:t>UBLOOD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09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0137"/>
            <a:ext cx="10515600" cy="4351338"/>
          </a:xfrm>
        </p:spPr>
        <p:txBody>
          <a:bodyPr/>
          <a:lstStyle/>
          <a:p>
            <a:pPr algn="just"/>
            <a:r>
              <a:rPr lang="en-IN" dirty="0"/>
              <a:t>Difficulty in finding compatible blood donors quickly.</a:t>
            </a:r>
          </a:p>
          <a:p>
            <a:pPr algn="just"/>
            <a:r>
              <a:rPr lang="en-IN" dirty="0"/>
              <a:t>Lack of centralized and updated donor information.</a:t>
            </a:r>
          </a:p>
          <a:p>
            <a:pPr algn="just"/>
            <a:r>
              <a:rPr lang="en-IN" dirty="0"/>
              <a:t>Difficulty identifying donors based on location and availability.</a:t>
            </a:r>
          </a:p>
          <a:p>
            <a:pPr algn="just"/>
            <a:r>
              <a:rPr lang="en-IN" dirty="0"/>
              <a:t>Delayed communication between recipients and donors.</a:t>
            </a:r>
          </a:p>
          <a:p>
            <a:pPr algn="just"/>
            <a:r>
              <a:rPr lang="en-IN" dirty="0"/>
              <a:t>Emergency situations require a faster and more reliable solution.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Develop an Android application connecting donors and recipients.</a:t>
            </a:r>
          </a:p>
          <a:p>
            <a:r>
              <a:rPr lang="en-IN" dirty="0"/>
              <a:t>Provide donor registration and verification.</a:t>
            </a:r>
          </a:p>
          <a:p>
            <a:r>
              <a:rPr lang="en-IN" dirty="0"/>
              <a:t>Allow recipients to create blood requests.</a:t>
            </a:r>
          </a:p>
          <a:p>
            <a:r>
              <a:rPr lang="en-IN" dirty="0"/>
              <a:t>Search for suitable donors using blood group and location.</a:t>
            </a:r>
          </a:p>
          <a:p>
            <a:r>
              <a:rPr lang="en-IN" dirty="0"/>
              <a:t>Use Google Maps to identify nearby donors.</a:t>
            </a:r>
          </a:p>
          <a:p>
            <a:r>
              <a:rPr lang="en-IN" dirty="0"/>
              <a:t>Send instant alerts through Firebase Cloud Messaging.</a:t>
            </a:r>
          </a:p>
          <a:p>
            <a:r>
              <a:rPr lang="en-IN" dirty="0"/>
              <a:t>Store donor information, requests, and donation history using MySQL through the backend API.</a:t>
            </a:r>
          </a:p>
          <a:p>
            <a:r>
              <a:rPr lang="en-IN" dirty="0"/>
              <a:t>Provide an admin panel for managing users and requests.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Connect blood donors with recipients through a centralized platform.</a:t>
            </a:r>
          </a:p>
          <a:p>
            <a:r>
              <a:rPr lang="en-IN" dirty="0"/>
              <a:t>Reduce the time required to find compatible donors.</a:t>
            </a:r>
          </a:p>
          <a:p>
            <a:r>
              <a:rPr lang="en-IN" dirty="0"/>
              <a:t>Enable location-based donor searching.</a:t>
            </a:r>
          </a:p>
          <a:p>
            <a:r>
              <a:rPr lang="en-IN" dirty="0"/>
              <a:t>Maintain updated donor availability.</a:t>
            </a:r>
          </a:p>
          <a:p>
            <a:r>
              <a:rPr lang="en-IN" dirty="0"/>
              <a:t>Provide instant notifications for blood requests.</a:t>
            </a:r>
          </a:p>
          <a:p>
            <a:r>
              <a:rPr lang="en-IN" dirty="0"/>
              <a:t>Maintain donation history.</a:t>
            </a:r>
          </a:p>
          <a:p>
            <a:r>
              <a:rPr lang="en-IN" dirty="0"/>
              <a:t>Improve communication between donors and recipients.</a:t>
            </a:r>
          </a:p>
          <a:p>
            <a:r>
              <a:rPr lang="en-IN" dirty="0"/>
              <a:t>Provide administrative control over donor and request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56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6518"/>
            <a:ext cx="2743200" cy="365125"/>
          </a:xfrm>
        </p:spPr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5743"/>
            <a:ext cx="10953134" cy="501445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IN" sz="2400" b="1" dirty="0"/>
              <a:t>CO1 Database Design &amp; SQL</a:t>
            </a:r>
            <a:br>
              <a:rPr lang="en-IN" sz="2400" dirty="0"/>
            </a:br>
            <a:r>
              <a:rPr lang="en-IN" sz="2400" dirty="0"/>
              <a:t>Donor, Recipient, Blood Request, Blood Bank and Donation History tables; relationships, constraints, normalization and SQL queries using MySQL.</a:t>
            </a:r>
            <a:br>
              <a:rPr lang="en-IN" sz="2400" dirty="0"/>
            </a:br>
            <a:r>
              <a:rPr lang="en-IN" sz="2400" b="1" dirty="0"/>
              <a:t>CO2  Backend APIs &amp; Database Connectivity</a:t>
            </a:r>
            <a:br>
              <a:rPr lang="en-IN" sz="2400" dirty="0"/>
            </a:br>
            <a:r>
              <a:rPr lang="en-IN" sz="2400" dirty="0"/>
              <a:t>REST APIs for donor registration, recipient management, blood requests, donor searching and database operations.</a:t>
            </a:r>
            <a:br>
              <a:rPr lang="en-IN" sz="2400" dirty="0"/>
            </a:br>
            <a:r>
              <a:rPr lang="en-IN" sz="2400" b="1" dirty="0"/>
              <a:t>CO3  Backend APIs &amp; Security</a:t>
            </a:r>
            <a:br>
              <a:rPr lang="en-IN" sz="2400" dirty="0"/>
            </a:br>
            <a:r>
              <a:rPr lang="en-IN" sz="2400" dirty="0"/>
              <a:t>User authentication, blood request handling, donor-request management, API integration and database connectivity.</a:t>
            </a:r>
            <a:br>
              <a:rPr lang="en-IN" sz="2400" dirty="0"/>
            </a:br>
            <a:r>
              <a:rPr lang="en-IN" sz="2400" b="1" dirty="0"/>
              <a:t>CO4  Node.js / Express</a:t>
            </a:r>
            <a:br>
              <a:rPr lang="en-IN" sz="2400" dirty="0"/>
            </a:br>
            <a:r>
              <a:rPr lang="en-IN" sz="2400" dirty="0"/>
              <a:t>Backend server and REST APIs for managing users, donors, recipients and blood requests.</a:t>
            </a:r>
            <a:br>
              <a:rPr lang="en-IN" sz="2400" dirty="0"/>
            </a:br>
            <a:r>
              <a:rPr lang="en-IN" sz="2400" b="1" dirty="0"/>
              <a:t>CO5  Microservices</a:t>
            </a:r>
            <a:br>
              <a:rPr lang="en-IN" sz="2400" dirty="0"/>
            </a:br>
            <a:r>
              <a:rPr lang="en-IN" sz="2400" dirty="0"/>
              <a:t>Separate services for user management, donor/request management and notifications, if required.</a:t>
            </a:r>
            <a:br>
              <a:rPr lang="en-IN" sz="2400" dirty="0"/>
            </a:br>
            <a:r>
              <a:rPr lang="en-IN" sz="2400" b="1" dirty="0"/>
              <a:t>CO6  Deployment &amp; Documentation</a:t>
            </a:r>
            <a:br>
              <a:rPr lang="en-IN" sz="2400" dirty="0"/>
            </a:br>
            <a:r>
              <a:rPr lang="en-IN" sz="2400" dirty="0"/>
              <a:t>GitHub, testing, documentation, architecture diagrams and final deployment.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CDC6F8-7191-B52F-8DE0-AF5D089C6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174905"/>
              </p:ext>
            </p:extLst>
          </p:nvPr>
        </p:nvGraphicFramePr>
        <p:xfrm>
          <a:off x="838200" y="1825625"/>
          <a:ext cx="10515600" cy="3399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469514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956933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016262"/>
                  </a:ext>
                </a:extLst>
              </a:tr>
              <a:tr h="432435">
                <a:tc>
                  <a:txBody>
                    <a:bodyPr/>
                    <a:lstStyle/>
                    <a:p>
                      <a:r>
                        <a:rPr lang="en-IN" dirty="0"/>
                        <a:t>Android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28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072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UI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59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299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Firebase Cloud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Notifications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90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Google Maps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Location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18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491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242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E211C-6137-B179-CE93-162BD70B9AF3}"/>
              </a:ext>
            </a:extLst>
          </p:cNvPr>
          <p:cNvSpPr txBox="1"/>
          <p:nvPr/>
        </p:nvSpPr>
        <p:spPr>
          <a:xfrm>
            <a:off x="838200" y="685949"/>
            <a:ext cx="1121860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Conclusion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rgbClr val="FFFFFF"/>
              </a:solidFill>
              <a:latin typeface="Roboto" panose="02000000000000000000" pitchFamily="2" charset="0"/>
            </a:endParaRPr>
          </a:p>
          <a:p>
            <a:endParaRPr lang="en-IN" sz="1200" b="0" i="0" dirty="0"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r>
              <a:rPr lang="en-IN" sz="2400" b="1" dirty="0"/>
              <a:t>Conclusion</a:t>
            </a:r>
            <a:r>
              <a:rPr lang="en-IN" sz="1200" b="0" i="0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stant notifications.</a:t>
            </a:r>
            <a:endParaRPr lang="en-IN" sz="2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Provides a centralized platform for connecting blood donors and recipients.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Enables faster identification of compatible and nearby donors.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Improves communication through instant notifications.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Helps manage donor information, requests, and donation history.</a:t>
            </a:r>
            <a:br>
              <a:rPr lang="en-IN" sz="2400" dirty="0"/>
            </a:br>
            <a:endParaRPr lang="en-IN" sz="2400" dirty="0"/>
          </a:p>
          <a:p>
            <a:r>
              <a:rPr lang="en-IN" sz="2400" b="1" dirty="0"/>
              <a:t>Future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AI-based donor matching.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Hospital and blood-bank integration.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Expansion to more cities and regions.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400" dirty="0"/>
              <a:t>Integration with additional healthcare service.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8430</TotalTime>
  <Words>763</Words>
  <Application>Microsoft Office PowerPoint</Application>
  <PresentationFormat>Widescreen</PresentationFormat>
  <Paragraphs>150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Office Theme</vt:lpstr>
      <vt:lpstr>Custom Design</vt:lpstr>
      <vt:lpstr>  1st  REVIEW Blood Bank and Donor Locator App </vt:lpstr>
      <vt:lpstr>GROUP NUMBER:20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K ANUSRI</cp:lastModifiedBy>
  <cp:revision>114</cp:revision>
  <dcterms:created xsi:type="dcterms:W3CDTF">2022-05-20T10:20:31Z</dcterms:created>
  <dcterms:modified xsi:type="dcterms:W3CDTF">2026-08-25T03:32:41Z</dcterms:modified>
</cp:coreProperties>
</file>