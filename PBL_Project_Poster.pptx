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9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281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8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86838" y="183236"/>
            <a:ext cx="85095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IN" sz="3600" dirty="0">
                <a:solidFill>
                  <a:schemeClr val="bg1"/>
                </a:solidFill>
              </a:rPr>
              <a:t>BLOOD BANK AND DONOR LOCATOR APP</a:t>
            </a:r>
          </a:p>
          <a:p>
            <a:pPr>
              <a:spcAft>
                <a:spcPts val="400"/>
              </a:spcAft>
            </a:pPr>
            <a:r>
              <a:rPr lang="en-IN" sz="1400" b="1" dirty="0">
                <a:solidFill>
                  <a:schemeClr val="bg1"/>
                </a:solidFill>
              </a:rPr>
              <a:t>Members:</a:t>
            </a:r>
            <a:r>
              <a:rPr lang="en-IN" sz="1400" dirty="0">
                <a:solidFill>
                  <a:schemeClr val="bg1"/>
                </a:solidFill>
              </a:rPr>
              <a:t> K. Anusri – 2520030432 | V. Rukesh– 2520030519 |J. Simran – 2520030166 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Guide:</a:t>
            </a:r>
            <a:r>
              <a:rPr lang="en-IN" sz="1400" dirty="0">
                <a:solidFill>
                  <a:schemeClr val="bg1"/>
                </a:solidFill>
              </a:rPr>
              <a:t> Dr. Y. </a:t>
            </a:r>
            <a:r>
              <a:rPr lang="en-IN" sz="1400" dirty="0" err="1">
                <a:solidFill>
                  <a:schemeClr val="bg1"/>
                </a:solidFill>
              </a:rPr>
              <a:t>Subbarayudu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Department of Computer Science and Engineering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Database Systems Engineering and Distributed Backend Development (25CS1302E) | PBL 2026–27</a:t>
            </a:r>
            <a:endParaRPr lang="en-US" sz="33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1960" y="21031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2316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Blood Bank and Donor Locator App</a:t>
            </a:r>
            <a:r>
              <a:rPr lang="en-IN" sz="1400" dirty="0"/>
              <a:t> connects blood donors and recipients through an Android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Uses </a:t>
            </a:r>
            <a:r>
              <a:rPr lang="en-IN" sz="1400" b="1" dirty="0"/>
              <a:t>Node.js, REST APIs, MySQL, Google Maps, and Firebase Cloud Messaging</a:t>
            </a:r>
            <a:r>
              <a:rPr lang="en-IN" sz="1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Outcome:</a:t>
            </a:r>
            <a:r>
              <a:rPr lang="en-IN" sz="1400" dirty="0"/>
              <a:t> Enables faster identification of suitable nearby blood donors.</a:t>
            </a:r>
          </a:p>
        </p:txBody>
      </p:sp>
      <p:sp>
        <p:nvSpPr>
          <p:cNvPr id="9" name="Shape 7"/>
          <p:cNvSpPr/>
          <p:nvPr/>
        </p:nvSpPr>
        <p:spPr>
          <a:xfrm>
            <a:off x="365252" y="3881122"/>
            <a:ext cx="4844034" cy="201168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8862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748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Problem:</a:t>
            </a:r>
            <a:r>
              <a:rPr lang="en-IN" sz="1400" dirty="0"/>
              <a:t> Difficulty in finding compatible donors quickly.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Objective 1:</a:t>
            </a:r>
            <a:r>
              <a:rPr lang="en-IN" sz="1400" dirty="0"/>
              <a:t> Connect donors and recipients.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Objective 2:</a:t>
            </a:r>
            <a:r>
              <a:rPr lang="en-IN" sz="1400" dirty="0"/>
              <a:t> Enable nearby donor search.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Objective 3:</a:t>
            </a:r>
            <a:r>
              <a:rPr lang="en-IN" sz="1400" dirty="0"/>
              <a:t> Provide blood requests and instant notifications.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Scope:</a:t>
            </a:r>
            <a:r>
              <a:rPr lang="en-IN" sz="1400" dirty="0"/>
              <a:t> Donor registration, requests, search, notifications, and admin management.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032500"/>
            <a:ext cx="4844034" cy="38938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78" y="6073143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704260"/>
              </p:ext>
            </p:extLst>
          </p:nvPr>
        </p:nvGraphicFramePr>
        <p:xfrm>
          <a:off x="366268" y="6522222"/>
          <a:ext cx="4843526" cy="3195321"/>
        </p:xfrm>
        <a:graphic>
          <a:graphicData uri="http://schemas.openxmlformats.org/drawingml/2006/table">
            <a:tbl>
              <a:tblPr/>
              <a:tblGrid>
                <a:gridCol w="1187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Donor Information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Scattered / difficult to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Centralized donor database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Donor Search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Manual or limited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Blood group + location-based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Availability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Difficult to verify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Updated donor availability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Communication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Delayed communication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Instant notifications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3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1" dirty="0"/>
                        <a:t>Limitation / Gap</a:t>
                      </a:r>
                      <a:endParaRPr lang="en-US" sz="13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Time-consuming donor identification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Faster matching and communication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252" y="9996754"/>
            <a:ext cx="4844034" cy="2383892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00203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41960" y="10441942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Technical:</a:t>
            </a:r>
            <a:r>
              <a:rPr lang="en-IN" sz="1400" dirty="0"/>
              <a:t> Uses Android Studio, Java, Node.js, REST APIs, MySQL, Google Maps, and Firebase Cloud Messaging.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Economic:</a:t>
            </a:r>
            <a:r>
              <a:rPr lang="en-IN" sz="1400" dirty="0"/>
              <a:t> Uses commonly available development tools and open-source technologies, reducing development cost.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Operational:</a:t>
            </a:r>
            <a:r>
              <a:rPr lang="en-IN" sz="1400" dirty="0"/>
              <a:t> Simple donor registration, blood request, search, and notification features support easy user interaction.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Schedule:</a:t>
            </a:r>
            <a:r>
              <a:rPr lang="en-IN" sz="1400" dirty="0"/>
              <a:t> The system can be developed, tested, and documented within the semester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16002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8318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Front-End:</a:t>
            </a:r>
            <a:r>
              <a:rPr lang="en-IN" sz="1600" dirty="0"/>
              <a:t> React / HTML-CSS-JS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Back-End:</a:t>
            </a:r>
            <a:r>
              <a:rPr lang="en-IN" sz="1600" dirty="0"/>
              <a:t> Node.js + REST APIs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Database:</a:t>
            </a:r>
            <a:r>
              <a:rPr lang="en-IN" sz="1600" dirty="0"/>
              <a:t> MySQL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Tools:</a:t>
            </a:r>
            <a:r>
              <a:rPr lang="en-IN" sz="1600" dirty="0"/>
              <a:t> Git &amp; GitHub, Postman, VS Code, Draw.io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3886200"/>
            <a:ext cx="4844034" cy="268732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0766" y="38912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30276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483606" y="4099561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6725920"/>
            <a:ext cx="4844034" cy="319532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16956" y="68300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9964418"/>
            <a:ext cx="4844034" cy="2428243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6268" y="12446000"/>
            <a:ext cx="3137916" cy="264668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1960" y="1244346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46278" y="1274064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CRUD Operations:</a:t>
            </a:r>
            <a:r>
              <a:rPr lang="en-IN" sz="1400" dirty="0"/>
              <a:t> Successfully implemented for donor and request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Database Testing:</a:t>
            </a:r>
            <a:r>
              <a:rPr lang="en-IN" sz="1400" dirty="0"/>
              <a:t> Verified storage and retrieval of donor, recipient, request, and donation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Search Testing:</a:t>
            </a:r>
            <a:r>
              <a:rPr lang="en-IN" sz="1400" dirty="0"/>
              <a:t> Tested blood-group and location-based donor search.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Notification Testing:</a:t>
            </a:r>
            <a:r>
              <a:rPr lang="en-IN" sz="1400" dirty="0"/>
              <a:t> Verified notification delivery for blood requests.</a:t>
            </a:r>
          </a:p>
        </p:txBody>
      </p:sp>
      <p:sp>
        <p:nvSpPr>
          <p:cNvPr id="38" name="Shape 35"/>
          <p:cNvSpPr/>
          <p:nvPr/>
        </p:nvSpPr>
        <p:spPr>
          <a:xfrm>
            <a:off x="3640329" y="12458697"/>
            <a:ext cx="3448938" cy="2633983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777996" y="12467511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708908" y="12823877"/>
            <a:ext cx="3380359" cy="124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proposed system provides a centralized platform for connecting blood donors and recipients.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supports donor registration, blood requests, location-based donor search, notifications, donation history, and administrative management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system helps make compatible donor identification and communication more organized and time-efficient.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458697"/>
            <a:ext cx="3137916" cy="1614859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3074" y="1248283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3074" y="1279398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AI-based donor matching based on blood group, location, and availability.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Hospital and blood-bank integration for improved coordination. 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CD5620D-77E8-0851-DFF7-B6273CD5A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186" y="4251645"/>
            <a:ext cx="4699254" cy="22705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79AC779-7B63-6E7A-8193-059BD1DE0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954" y="7133461"/>
            <a:ext cx="4602034" cy="26359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F28B74A-60F0-B54B-2F0C-09651787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109" y="14185429"/>
            <a:ext cx="2557526" cy="90217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21A6AED-700F-0E27-D2DF-9219EB7CD7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48" t="24471" r="11369" b="20866"/>
          <a:stretch>
            <a:fillRect/>
          </a:stretch>
        </p:blipFill>
        <p:spPr>
          <a:xfrm>
            <a:off x="101960" y="291850"/>
            <a:ext cx="2016400" cy="136169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2F615E1-2891-1BF5-9EB5-4EF117505C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274" y="10506207"/>
            <a:ext cx="2216277" cy="18356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140515-22B3-0EA2-2A0D-B9345D5870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4711" y="10515600"/>
            <a:ext cx="2211960" cy="18262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477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ANUSRI</cp:lastModifiedBy>
  <cp:revision>4</cp:revision>
  <dcterms:created xsi:type="dcterms:W3CDTF">2026-09-28T08:11:17Z</dcterms:created>
  <dcterms:modified xsi:type="dcterms:W3CDTF">2026-10-02T08:08:23Z</dcterms:modified>
</cp:coreProperties>
</file>